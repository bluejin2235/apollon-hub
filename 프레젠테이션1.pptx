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8091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3552FDD-BD02-4D92-8CA5-2E9902A89F16}" v="6" dt="2026-05-10T02:47:22.89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846" autoAdjust="0"/>
    <p:restoredTop sz="94660"/>
  </p:normalViewPr>
  <p:slideViewPr>
    <p:cSldViewPr snapToGrid="0">
      <p:cViewPr varScale="1">
        <p:scale>
          <a:sx n="150" d="100"/>
          <a:sy n="150" d="100"/>
        </p:scale>
        <p:origin x="1560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이택진" userId="7e048034-4494-468e-bb0b-9bb8aefe9650" providerId="ADAL" clId="{21DF7370-6A79-43B7-99AB-521E6CE28FF6}"/>
    <pc:docChg chg="undo custSel addSld modSld">
      <pc:chgData name="이택진" userId="7e048034-4494-468e-bb0b-9bb8aefe9650" providerId="ADAL" clId="{21DF7370-6A79-43B7-99AB-521E6CE28FF6}" dt="2026-05-10T02:47:24.797" v="35" actId="14100"/>
      <pc:docMkLst>
        <pc:docMk/>
      </pc:docMkLst>
      <pc:sldChg chg="addSp delSp modSp new mod">
        <pc:chgData name="이택진" userId="7e048034-4494-468e-bb0b-9bb8aefe9650" providerId="ADAL" clId="{21DF7370-6A79-43B7-99AB-521E6CE28FF6}" dt="2026-05-10T02:47:24.797" v="35" actId="14100"/>
        <pc:sldMkLst>
          <pc:docMk/>
          <pc:sldMk cId="104926557" sldId="261"/>
        </pc:sldMkLst>
        <pc:spChg chg="del">
          <ac:chgData name="이택진" userId="7e048034-4494-468e-bb0b-9bb8aefe9650" providerId="ADAL" clId="{21DF7370-6A79-43B7-99AB-521E6CE28FF6}" dt="2026-05-10T02:45:35.087" v="1" actId="478"/>
          <ac:spMkLst>
            <pc:docMk/>
            <pc:sldMk cId="104926557" sldId="261"/>
            <ac:spMk id="2" creationId="{4D490FE3-DE67-84CB-9E6B-725D4A1B6A28}"/>
          </ac:spMkLst>
        </pc:spChg>
        <pc:spChg chg="del">
          <ac:chgData name="이택진" userId="7e048034-4494-468e-bb0b-9bb8aefe9650" providerId="ADAL" clId="{21DF7370-6A79-43B7-99AB-521E6CE28FF6}" dt="2026-05-10T02:45:35.087" v="1" actId="478"/>
          <ac:spMkLst>
            <pc:docMk/>
            <pc:sldMk cId="104926557" sldId="261"/>
            <ac:spMk id="3" creationId="{CAFE7F6B-15B7-69FD-3EF6-FF5552E9259F}"/>
          </ac:spMkLst>
        </pc:spChg>
        <pc:spChg chg="add">
          <ac:chgData name="이택진" userId="7e048034-4494-468e-bb0b-9bb8aefe9650" providerId="ADAL" clId="{21DF7370-6A79-43B7-99AB-521E6CE28FF6}" dt="2026-05-10T02:45:48.503" v="2"/>
          <ac:spMkLst>
            <pc:docMk/>
            <pc:sldMk cId="104926557" sldId="261"/>
            <ac:spMk id="4" creationId="{ED83C249-B991-0857-5AAB-B2CB8F21DBD0}"/>
          </ac:spMkLst>
        </pc:spChg>
        <pc:spChg chg="add">
          <ac:chgData name="이택진" userId="7e048034-4494-468e-bb0b-9bb8aefe9650" providerId="ADAL" clId="{21DF7370-6A79-43B7-99AB-521E6CE28FF6}" dt="2026-05-10T02:45:53.425" v="3"/>
          <ac:spMkLst>
            <pc:docMk/>
            <pc:sldMk cId="104926557" sldId="261"/>
            <ac:spMk id="5" creationId="{F62BAED3-698F-8E3E-2A16-FF7FB55F1DB2}"/>
          </ac:spMkLst>
        </pc:spChg>
        <pc:spChg chg="add mod">
          <ac:chgData name="이택진" userId="7e048034-4494-468e-bb0b-9bb8aefe9650" providerId="ADAL" clId="{21DF7370-6A79-43B7-99AB-521E6CE28FF6}" dt="2026-05-10T02:46:32.608" v="10" actId="2085"/>
          <ac:spMkLst>
            <pc:docMk/>
            <pc:sldMk cId="104926557" sldId="261"/>
            <ac:spMk id="8" creationId="{6E8F40C5-E36C-3501-56F5-BFE8EBF85280}"/>
          </ac:spMkLst>
        </pc:spChg>
        <pc:spChg chg="add mod">
          <ac:chgData name="이택진" userId="7e048034-4494-468e-bb0b-9bb8aefe9650" providerId="ADAL" clId="{21DF7370-6A79-43B7-99AB-521E6CE28FF6}" dt="2026-05-10T02:47:11.972" v="33" actId="20577"/>
          <ac:spMkLst>
            <pc:docMk/>
            <pc:sldMk cId="104926557" sldId="261"/>
            <ac:spMk id="9" creationId="{7C48C917-2784-F58B-D308-C5D0B77FB79E}"/>
          </ac:spMkLst>
        </pc:spChg>
        <pc:spChg chg="add mod">
          <ac:chgData name="이택진" userId="7e048034-4494-468e-bb0b-9bb8aefe9650" providerId="ADAL" clId="{21DF7370-6A79-43B7-99AB-521E6CE28FF6}" dt="2026-05-10T02:47:24.797" v="35" actId="14100"/>
          <ac:spMkLst>
            <pc:docMk/>
            <pc:sldMk cId="104926557" sldId="261"/>
            <ac:spMk id="10" creationId="{103FBAB4-9527-8CC9-37B8-BEC22AED3F69}"/>
          </ac:spMkLst>
        </pc:spChg>
        <pc:picChg chg="add">
          <ac:chgData name="이택진" userId="7e048034-4494-468e-bb0b-9bb8aefe9650" providerId="ADAL" clId="{21DF7370-6A79-43B7-99AB-521E6CE28FF6}" dt="2026-05-10T02:46:04.999" v="4" actId="22"/>
          <ac:picMkLst>
            <pc:docMk/>
            <pc:sldMk cId="104926557" sldId="261"/>
            <ac:picMk id="7" creationId="{5CB3BE90-FD4D-7CA2-E0C2-719C9004D91A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C522D82-6644-B7F0-BB98-E1113CD3A8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0F28CEA7-F428-9632-85BB-F7101ADFE14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5355705-BA5B-B259-E135-883BEEB7D1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6382D2-A943-4597-A32F-AFD0FEFCD3F6}" type="datetimeFigureOut">
              <a:rPr lang="ko-KR" altLang="en-US" smtClean="0"/>
              <a:t>2026-05-10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936162D-A976-E91C-C634-01500E50FE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EDB1FF2-FA45-3F64-D4EC-749F2E473C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211EED-5222-445F-8720-FC66906A5C4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555954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9A88AE1-00B1-A8E3-079C-480E398447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C68AD4F-2C7A-18F1-D3FC-9D86BE7056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D732505-54B4-8D46-B352-4A72818A45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6382D2-A943-4597-A32F-AFD0FEFCD3F6}" type="datetimeFigureOut">
              <a:rPr lang="ko-KR" altLang="en-US" smtClean="0"/>
              <a:t>2026-05-10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5F62794-0B9F-7BD0-8305-C21ED9C7C5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6DEE1EE-A825-6D08-B244-A5144CA57C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211EED-5222-445F-8720-FC66906A5C4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290435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6C732F5-DD73-ED27-4F22-EE98D34943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0E8DD90-3E41-3D7A-1C41-2D4B972AA5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511EEA7-7113-33C0-5BA4-EC6E904B00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6382D2-A943-4597-A32F-AFD0FEFCD3F6}" type="datetimeFigureOut">
              <a:rPr lang="ko-KR" altLang="en-US" smtClean="0"/>
              <a:t>2026-05-10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5484CC4-6629-C7C0-229F-14CD9B66DE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9AF9D11-BF39-5C58-7AFF-ED3C20A936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211EED-5222-445F-8720-FC66906A5C4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797672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93DBCF8-3F83-D3BA-55FC-98AFC76666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4DA8571-E51B-338C-1277-0E8993D2342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453E401-0F97-1199-E156-2AD736988EE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97CA584-C83B-384E-9CCB-BA6D9909F4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6382D2-A943-4597-A32F-AFD0FEFCD3F6}" type="datetimeFigureOut">
              <a:rPr lang="ko-KR" altLang="en-US" smtClean="0"/>
              <a:t>2026-05-10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71E7E10-7FA6-9DE5-BD24-39483DCA67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E3639E7-EF17-7D31-D91D-EAA9E031E8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211EED-5222-445F-8720-FC66906A5C4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400443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F708C09-ACE2-76F6-947E-2434B783F8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463E507-A7C3-6965-7284-7A739C46A4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57B26A7-68E6-028C-5044-A28B904AD0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57BBC8CA-3BD0-79BA-0700-DBE74814B6B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C873D3E9-89C4-63FD-9D53-57DEFF4AAC9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50936F78-6FBA-E53A-0F54-82A3F3CE32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6382D2-A943-4597-A32F-AFD0FEFCD3F6}" type="datetimeFigureOut">
              <a:rPr lang="ko-KR" altLang="en-US" smtClean="0"/>
              <a:t>2026-05-10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F15CB260-55D5-6E7E-18FA-E479BE0085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35195D27-463B-C3C5-454F-0565D87C2A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211EED-5222-445F-8720-FC66906A5C4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682020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6B844F1-C00A-C969-8E98-0FC743A647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84D26E2F-A5FF-517B-45FA-C3C9C208EE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6382D2-A943-4597-A32F-AFD0FEFCD3F6}" type="datetimeFigureOut">
              <a:rPr lang="ko-KR" altLang="en-US" smtClean="0"/>
              <a:t>2026-05-10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FA3C0361-C6DE-33CD-AD60-B6A4BF6385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031C701-2EE9-5551-8484-D8C4B2D1DF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211EED-5222-445F-8720-FC66906A5C4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830913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DA4A6CE0-814C-E3AE-B985-072C6525E6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6382D2-A943-4597-A32F-AFD0FEFCD3F6}" type="datetimeFigureOut">
              <a:rPr lang="ko-KR" altLang="en-US" smtClean="0"/>
              <a:t>2026-05-10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B47307EC-73A0-EF3D-73B8-FC9B291300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770C7F4-7544-0B68-FC71-C76547B0EE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211EED-5222-445F-8720-FC66906A5C4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784923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2D2B494-854F-EB6B-A20D-CEDD189C6B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56F1615-CAF0-71C8-5DD1-9D69BBAC3A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C042B50-4ED2-DF74-685E-447592D994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EAD6A54-D2BF-C994-5C17-E14BE3686D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6382D2-A943-4597-A32F-AFD0FEFCD3F6}" type="datetimeFigureOut">
              <a:rPr lang="ko-KR" altLang="en-US" smtClean="0"/>
              <a:t>2026-05-10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0CF3896-A729-12D6-B7F5-A4D1153BE1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C27A779-82F3-A621-3FBD-3338FF2854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211EED-5222-445F-8720-FC66906A5C4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405562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D93669C-DD27-50F6-E689-DF65E13C11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4326109E-9E3F-7AA8-EEB2-E226A6CE52B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93B5822-994F-9169-3734-E004ED0948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DA4153A-9849-A296-AF19-3BAA8EA9EF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6382D2-A943-4597-A32F-AFD0FEFCD3F6}" type="datetimeFigureOut">
              <a:rPr lang="ko-KR" altLang="en-US" smtClean="0"/>
              <a:t>2026-05-10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6CB4E72-02D4-093B-B2FE-028866A3B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792D163-5747-A46D-37A9-650CF762E8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211EED-5222-445F-8720-FC66906A5C4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475688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3D838AB-31F6-7E68-5F51-F4D22B5F5A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6F63868-5CB4-2C13-FD33-E0811E09FB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2C5225C-DDDC-B5BE-4C04-03B935335D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6382D2-A943-4597-A32F-AFD0FEFCD3F6}" type="datetimeFigureOut">
              <a:rPr lang="ko-KR" altLang="en-US" smtClean="0"/>
              <a:t>2026-05-10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243E238-5594-2CBE-FF6C-CA3297D27B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107AC75-67D6-50A0-4886-417FED7E76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211EED-5222-445F-8720-FC66906A5C4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95341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DB4F537C-A970-4709-8589-92C4C68689F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5B82287-C2A7-5EBC-B145-68FD338AC9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8C5105B-F381-8B0B-98FD-CBF0FA41C4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6382D2-A943-4597-A32F-AFD0FEFCD3F6}" type="datetimeFigureOut">
              <a:rPr lang="ko-KR" altLang="en-US" smtClean="0"/>
              <a:t>2026-05-10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F5BA0AB-5252-ED38-44FC-20B876681F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2E9B6F8-973C-D259-B231-0EB75AA26B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211EED-5222-445F-8720-FC66906A5C4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949831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2506CBCC-6A87-7414-916B-5586FD9237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BC413D0-506E-2630-89AD-E5F016A843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A2C5D97-E5E4-7910-31A3-6CE6C96755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C6382D2-A943-4597-A32F-AFD0FEFCD3F6}" type="datetimeFigureOut">
              <a:rPr lang="ko-KR" altLang="en-US" smtClean="0"/>
              <a:t>2026-05-10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DBB23B6-3EC2-9BF9-5BB5-CB139DE4DE7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2250BF0-4584-4B09-9789-8D390B28905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5211EED-5222-445F-8720-FC66906A5C4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265003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그룹 27">
            <a:extLst>
              <a:ext uri="{FF2B5EF4-FFF2-40B4-BE49-F238E27FC236}">
                <a16:creationId xmlns:a16="http://schemas.microsoft.com/office/drawing/2014/main" id="{0A2A7F4C-CDB6-BA09-532E-456FF9B8B5DA}"/>
              </a:ext>
            </a:extLst>
          </p:cNvPr>
          <p:cNvGrpSpPr/>
          <p:nvPr/>
        </p:nvGrpSpPr>
        <p:grpSpPr>
          <a:xfrm>
            <a:off x="296779" y="1371600"/>
            <a:ext cx="3665780" cy="4604084"/>
            <a:chOff x="296779" y="1371600"/>
            <a:chExt cx="4892842" cy="4604084"/>
          </a:xfrm>
        </p:grpSpPr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30C38A76-990A-3B2C-8E1C-3A5799C626A0}"/>
                </a:ext>
              </a:extLst>
            </p:cNvPr>
            <p:cNvSpPr/>
            <p:nvPr/>
          </p:nvSpPr>
          <p:spPr>
            <a:xfrm>
              <a:off x="1724526" y="2093495"/>
              <a:ext cx="1876927" cy="60960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/>
                <a:t>로그인</a:t>
              </a:r>
            </a:p>
          </p:txBody>
        </p:sp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863AAA28-DBD0-B048-7C34-A7BB44CB4D7C}"/>
                </a:ext>
              </a:extLst>
            </p:cNvPr>
            <p:cNvSpPr/>
            <p:nvPr/>
          </p:nvSpPr>
          <p:spPr>
            <a:xfrm>
              <a:off x="2847473" y="3184358"/>
              <a:ext cx="1876927" cy="2117557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 err="1"/>
                <a:t>라인선스관리</a:t>
              </a:r>
              <a:endParaRPr lang="ko-KR" altLang="en-US" dirty="0"/>
            </a:p>
          </p:txBody>
        </p:sp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430FCF3F-B149-4104-0270-FD70611AB1F4}"/>
                </a:ext>
              </a:extLst>
            </p:cNvPr>
            <p:cNvSpPr/>
            <p:nvPr/>
          </p:nvSpPr>
          <p:spPr>
            <a:xfrm>
              <a:off x="721894" y="3184358"/>
              <a:ext cx="1876927" cy="2117557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/>
                <a:t>팀원 및 개인계정관리</a:t>
              </a:r>
            </a:p>
          </p:txBody>
        </p:sp>
        <p:cxnSp>
          <p:nvCxnSpPr>
            <p:cNvPr id="8" name="연결선: 구부러짐 7">
              <a:extLst>
                <a:ext uri="{FF2B5EF4-FFF2-40B4-BE49-F238E27FC236}">
                  <a16:creationId xmlns:a16="http://schemas.microsoft.com/office/drawing/2014/main" id="{00E7240A-2104-FA7B-1B07-1C592EA7918C}"/>
                </a:ext>
              </a:extLst>
            </p:cNvPr>
            <p:cNvCxnSpPr>
              <a:cxnSpLocks/>
              <a:stCxn id="4" idx="2"/>
              <a:endCxn id="6" idx="0"/>
            </p:cNvCxnSpPr>
            <p:nvPr/>
          </p:nvCxnSpPr>
          <p:spPr>
            <a:xfrm rot="5400000">
              <a:off x="1921043" y="2442410"/>
              <a:ext cx="481263" cy="1002632"/>
            </a:xfrm>
            <a:prstGeom prst="curvedConnector3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연결선: 구부러짐 9">
              <a:extLst>
                <a:ext uri="{FF2B5EF4-FFF2-40B4-BE49-F238E27FC236}">
                  <a16:creationId xmlns:a16="http://schemas.microsoft.com/office/drawing/2014/main" id="{FFAC9CE1-A828-BAD3-5B94-90A9E5A27A19}"/>
                </a:ext>
              </a:extLst>
            </p:cNvPr>
            <p:cNvCxnSpPr>
              <a:cxnSpLocks/>
              <a:stCxn id="4" idx="2"/>
              <a:endCxn id="5" idx="0"/>
            </p:cNvCxnSpPr>
            <p:nvPr/>
          </p:nvCxnSpPr>
          <p:spPr>
            <a:xfrm rot="16200000" flipH="1">
              <a:off x="2983832" y="2382252"/>
              <a:ext cx="481263" cy="1122947"/>
            </a:xfrm>
            <a:prstGeom prst="curvedConnector3">
              <a:avLst>
                <a:gd name="adj1" fmla="val 50000"/>
              </a:avLst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26F0C6FF-5B11-4DF5-E57A-58D60C4B329D}"/>
                </a:ext>
              </a:extLst>
            </p:cNvPr>
            <p:cNvSpPr/>
            <p:nvPr/>
          </p:nvSpPr>
          <p:spPr>
            <a:xfrm>
              <a:off x="296779" y="1548063"/>
              <a:ext cx="4892842" cy="4427621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137EE255-28BC-595C-608D-DB4E52D461CE}"/>
                </a:ext>
              </a:extLst>
            </p:cNvPr>
            <p:cNvSpPr/>
            <p:nvPr/>
          </p:nvSpPr>
          <p:spPr>
            <a:xfrm>
              <a:off x="1195136" y="1371600"/>
              <a:ext cx="3304674" cy="36896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>
                  <a:solidFill>
                    <a:schemeClr val="tx1"/>
                  </a:solidFill>
                </a:rPr>
                <a:t>Apollon License Manager 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19414511-C8A8-9A52-A9D1-712609AF6F7C}"/>
              </a:ext>
            </a:extLst>
          </p:cNvPr>
          <p:cNvSpPr/>
          <p:nvPr/>
        </p:nvSpPr>
        <p:spPr>
          <a:xfrm>
            <a:off x="1195136" y="457200"/>
            <a:ext cx="3304674" cy="36896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before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6" name="이등변 삼각형 15">
            <a:extLst>
              <a:ext uri="{FF2B5EF4-FFF2-40B4-BE49-F238E27FC236}">
                <a16:creationId xmlns:a16="http://schemas.microsoft.com/office/drawing/2014/main" id="{919F0289-79E5-FF88-B157-45AA715C4BE8}"/>
              </a:ext>
            </a:extLst>
          </p:cNvPr>
          <p:cNvSpPr/>
          <p:nvPr/>
        </p:nvSpPr>
        <p:spPr>
          <a:xfrm rot="5400000">
            <a:off x="4110787" y="3384885"/>
            <a:ext cx="1107227" cy="954506"/>
          </a:xfrm>
          <a:prstGeom prst="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168B9A3D-C5C7-7D88-8986-029B690CD492}"/>
              </a:ext>
            </a:extLst>
          </p:cNvPr>
          <p:cNvSpPr/>
          <p:nvPr/>
        </p:nvSpPr>
        <p:spPr>
          <a:xfrm>
            <a:off x="6150841" y="457199"/>
            <a:ext cx="3304674" cy="36896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after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FCE757B2-E69C-3628-9491-D39AF53A5CCE}"/>
              </a:ext>
            </a:extLst>
          </p:cNvPr>
          <p:cNvSpPr/>
          <p:nvPr/>
        </p:nvSpPr>
        <p:spPr>
          <a:xfrm>
            <a:off x="5356756" y="1548063"/>
            <a:ext cx="6378043" cy="442762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7740053A-2064-7813-D8FE-AA9E777E99BE}"/>
              </a:ext>
            </a:extLst>
          </p:cNvPr>
          <p:cNvSpPr/>
          <p:nvPr/>
        </p:nvSpPr>
        <p:spPr>
          <a:xfrm>
            <a:off x="6255114" y="1371600"/>
            <a:ext cx="3304674" cy="36896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Apollon OS(</a:t>
            </a:r>
            <a:r>
              <a:rPr lang="ko-KR" altLang="en-US" dirty="0">
                <a:solidFill>
                  <a:schemeClr val="tx1"/>
                </a:solidFill>
              </a:rPr>
              <a:t>가칭</a:t>
            </a:r>
            <a:r>
              <a:rPr lang="en-US" altLang="ko-KR" dirty="0">
                <a:solidFill>
                  <a:schemeClr val="tx1"/>
                </a:solidFill>
              </a:rPr>
              <a:t>)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754A11E4-D64A-9BFE-E3CE-FC8E5341F309}"/>
              </a:ext>
            </a:extLst>
          </p:cNvPr>
          <p:cNvSpPr/>
          <p:nvPr/>
        </p:nvSpPr>
        <p:spPr>
          <a:xfrm>
            <a:off x="5581346" y="3184358"/>
            <a:ext cx="1315453" cy="211755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팀원 및 개인계정관리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7B7B5190-D3AA-D074-7534-37EDD512CFD1}"/>
              </a:ext>
            </a:extLst>
          </p:cNvPr>
          <p:cNvSpPr/>
          <p:nvPr/>
        </p:nvSpPr>
        <p:spPr>
          <a:xfrm>
            <a:off x="7803178" y="2029325"/>
            <a:ext cx="1876927" cy="6096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로그인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33C329E3-F557-D7E9-446F-E7EB141D9B62}"/>
              </a:ext>
            </a:extLst>
          </p:cNvPr>
          <p:cNvSpPr/>
          <p:nvPr/>
        </p:nvSpPr>
        <p:spPr>
          <a:xfrm>
            <a:off x="7057220" y="3184358"/>
            <a:ext cx="1315453" cy="211755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Apollon License Manager 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2C0507D5-7ABB-EA90-601D-8D8038BE5EC8}"/>
              </a:ext>
            </a:extLst>
          </p:cNvPr>
          <p:cNvSpPr/>
          <p:nvPr/>
        </p:nvSpPr>
        <p:spPr>
          <a:xfrm>
            <a:off x="8517052" y="3184358"/>
            <a:ext cx="1315453" cy="211755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아폴론 </a:t>
            </a:r>
            <a:r>
              <a:rPr lang="ko-KR" altLang="en-US" dirty="0" err="1"/>
              <a:t>맞집</a:t>
            </a:r>
            <a:endParaRPr lang="en-US" altLang="ko-KR" dirty="0"/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242D5397-A2E5-672E-1246-61E2E5A389BE}"/>
              </a:ext>
            </a:extLst>
          </p:cNvPr>
          <p:cNvSpPr/>
          <p:nvPr/>
        </p:nvSpPr>
        <p:spPr>
          <a:xfrm>
            <a:off x="10008968" y="3184358"/>
            <a:ext cx="1315453" cy="211755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이후 신규 서비스 추가</a:t>
            </a:r>
            <a:endParaRPr lang="en-US" altLang="ko-KR" dirty="0"/>
          </a:p>
        </p:txBody>
      </p:sp>
      <p:cxnSp>
        <p:nvCxnSpPr>
          <p:cNvPr id="30" name="연결선: 구부러짐 29">
            <a:extLst>
              <a:ext uri="{FF2B5EF4-FFF2-40B4-BE49-F238E27FC236}">
                <a16:creationId xmlns:a16="http://schemas.microsoft.com/office/drawing/2014/main" id="{024C788E-7F7E-CA7B-ECBA-9DA2CF5A2414}"/>
              </a:ext>
            </a:extLst>
          </p:cNvPr>
          <p:cNvCxnSpPr>
            <a:cxnSpLocks/>
            <a:stCxn id="21" idx="0"/>
            <a:endCxn id="24" idx="2"/>
          </p:cNvCxnSpPr>
          <p:nvPr/>
        </p:nvCxnSpPr>
        <p:spPr>
          <a:xfrm rot="5400000" flipH="1" flipV="1">
            <a:off x="7217641" y="1660358"/>
            <a:ext cx="545433" cy="2502569"/>
          </a:xfrm>
          <a:prstGeom prst="curvedConnector3">
            <a:avLst>
              <a:gd name="adj1" fmla="val 500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연결선: 구부러짐 32">
            <a:extLst>
              <a:ext uri="{FF2B5EF4-FFF2-40B4-BE49-F238E27FC236}">
                <a16:creationId xmlns:a16="http://schemas.microsoft.com/office/drawing/2014/main" id="{E6157CD4-425B-1A93-4647-5BDB2DE09551}"/>
              </a:ext>
            </a:extLst>
          </p:cNvPr>
          <p:cNvCxnSpPr>
            <a:cxnSpLocks/>
            <a:stCxn id="26" idx="0"/>
            <a:endCxn id="24" idx="2"/>
          </p:cNvCxnSpPr>
          <p:nvPr/>
        </p:nvCxnSpPr>
        <p:spPr>
          <a:xfrm rot="5400000" flipH="1" flipV="1">
            <a:off x="7955578" y="2398295"/>
            <a:ext cx="545433" cy="1026695"/>
          </a:xfrm>
          <a:prstGeom prst="curvedConnector3">
            <a:avLst>
              <a:gd name="adj1" fmla="val 500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연결선: 구부러짐 35">
            <a:extLst>
              <a:ext uri="{FF2B5EF4-FFF2-40B4-BE49-F238E27FC236}">
                <a16:creationId xmlns:a16="http://schemas.microsoft.com/office/drawing/2014/main" id="{876F6D29-EED8-C635-736F-792B8D6974F0}"/>
              </a:ext>
            </a:extLst>
          </p:cNvPr>
          <p:cNvCxnSpPr>
            <a:cxnSpLocks/>
            <a:stCxn id="27" idx="0"/>
            <a:endCxn id="24" idx="2"/>
          </p:cNvCxnSpPr>
          <p:nvPr/>
        </p:nvCxnSpPr>
        <p:spPr>
          <a:xfrm rot="16200000" flipV="1">
            <a:off x="8685495" y="2695073"/>
            <a:ext cx="545433" cy="433137"/>
          </a:xfrm>
          <a:prstGeom prst="curvedConnector3">
            <a:avLst>
              <a:gd name="adj1" fmla="val 500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연결선: 구부러짐 38">
            <a:extLst>
              <a:ext uri="{FF2B5EF4-FFF2-40B4-BE49-F238E27FC236}">
                <a16:creationId xmlns:a16="http://schemas.microsoft.com/office/drawing/2014/main" id="{F3528E8F-E6CD-59B7-113D-62909EB324C2}"/>
              </a:ext>
            </a:extLst>
          </p:cNvPr>
          <p:cNvCxnSpPr>
            <a:cxnSpLocks/>
            <a:stCxn id="29" idx="0"/>
            <a:endCxn id="24" idx="2"/>
          </p:cNvCxnSpPr>
          <p:nvPr/>
        </p:nvCxnSpPr>
        <p:spPr>
          <a:xfrm rot="16200000" flipV="1">
            <a:off x="9431453" y="1949115"/>
            <a:ext cx="545433" cy="1925053"/>
          </a:xfrm>
          <a:prstGeom prst="curvedConnector3">
            <a:avLst>
              <a:gd name="adj1" fmla="val 500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43215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9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1FC16B5A-7F87-6563-C861-FAB0439B9880}"/>
              </a:ext>
            </a:extLst>
          </p:cNvPr>
          <p:cNvSpPr/>
          <p:nvPr/>
        </p:nvSpPr>
        <p:spPr>
          <a:xfrm>
            <a:off x="168812" y="133643"/>
            <a:ext cx="11859065" cy="42203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/>
              <a:t>Apollon Hub</a:t>
            </a:r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9BD309D-E571-8A00-5647-C1A04F8B6E53}"/>
              </a:ext>
            </a:extLst>
          </p:cNvPr>
          <p:cNvSpPr txBox="1"/>
          <p:nvPr/>
        </p:nvSpPr>
        <p:spPr>
          <a:xfrm>
            <a:off x="8683463" y="238628"/>
            <a:ext cx="164019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>
                <a:solidFill>
                  <a:schemeClr val="bg1"/>
                </a:solidFill>
              </a:rPr>
              <a:t>블루진 </a:t>
            </a:r>
            <a:r>
              <a:rPr lang="en-US" altLang="ko-KR" sz="1200" dirty="0">
                <a:solidFill>
                  <a:schemeClr val="bg1"/>
                </a:solidFill>
              </a:rPr>
              <a:t>/ </a:t>
            </a:r>
            <a:r>
              <a:rPr lang="ko-KR" altLang="en-US" sz="1200" dirty="0">
                <a:solidFill>
                  <a:schemeClr val="bg1"/>
                </a:solidFill>
              </a:rPr>
              <a:t>공간기획팀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C667273-1798-EA7B-C1A9-8216C75578D4}"/>
              </a:ext>
            </a:extLst>
          </p:cNvPr>
          <p:cNvSpPr txBox="1"/>
          <p:nvPr/>
        </p:nvSpPr>
        <p:spPr>
          <a:xfrm>
            <a:off x="11286500" y="206158"/>
            <a:ext cx="67999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>
                <a:solidFill>
                  <a:schemeClr val="bg1"/>
                </a:solidFill>
              </a:rPr>
              <a:t>Logout</a:t>
            </a:r>
            <a:endParaRPr lang="ko-KR" altLang="en-US" sz="1200" dirty="0">
              <a:solidFill>
                <a:schemeClr val="bg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B0F8296-0E32-EC59-9F12-1CB22D745086}"/>
              </a:ext>
            </a:extLst>
          </p:cNvPr>
          <p:cNvSpPr txBox="1"/>
          <p:nvPr/>
        </p:nvSpPr>
        <p:spPr>
          <a:xfrm>
            <a:off x="10609712" y="206158"/>
            <a:ext cx="67678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>
                <a:solidFill>
                  <a:schemeClr val="bg1"/>
                </a:solidFill>
              </a:rPr>
              <a:t>Setting</a:t>
            </a:r>
            <a:endParaRPr lang="ko-KR" altLang="en-US" sz="1200" dirty="0">
              <a:solidFill>
                <a:schemeClr val="bg1"/>
              </a:solidFill>
            </a:endParaRP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24B2CEEA-6479-2263-B8A9-8B17BBACBB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8387" y="2788217"/>
            <a:ext cx="7515225" cy="1762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7491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91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89BEA2C-AF3D-BCCF-B728-F8FB37E473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B2B8BF0D-5354-441F-E378-352B6D261510}"/>
              </a:ext>
            </a:extLst>
          </p:cNvPr>
          <p:cNvSpPr/>
          <p:nvPr/>
        </p:nvSpPr>
        <p:spPr>
          <a:xfrm>
            <a:off x="168812" y="133643"/>
            <a:ext cx="11859065" cy="42203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Apollon Hub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11000402020202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EF229D3-3886-7368-BF7C-DC0F2E998A44}"/>
              </a:ext>
            </a:extLst>
          </p:cNvPr>
          <p:cNvSpPr txBox="1"/>
          <p:nvPr/>
        </p:nvSpPr>
        <p:spPr>
          <a:xfrm>
            <a:off x="8683463" y="238628"/>
            <a:ext cx="164019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블루진 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/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공간기획팀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B626154-8FEB-BBAA-049B-98BA3268B579}"/>
              </a:ext>
            </a:extLst>
          </p:cNvPr>
          <p:cNvSpPr txBox="1"/>
          <p:nvPr/>
        </p:nvSpPr>
        <p:spPr>
          <a:xfrm>
            <a:off x="11286500" y="206158"/>
            <a:ext cx="67999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Logout</a:t>
            </a: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11000402020202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7B13F7D-9CE8-4DCD-4EDD-D1E77051C713}"/>
              </a:ext>
            </a:extLst>
          </p:cNvPr>
          <p:cNvSpPr txBox="1"/>
          <p:nvPr/>
        </p:nvSpPr>
        <p:spPr>
          <a:xfrm>
            <a:off x="10609712" y="206158"/>
            <a:ext cx="67678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Setting</a:t>
            </a: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110004020202020204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439A3715-8E97-8FF8-2403-28A33F20D8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8387" y="2788217"/>
            <a:ext cx="7515225" cy="1762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95836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454374F3-C28E-4879-4874-E7CF893BB3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7620"/>
            <a:ext cx="12192000" cy="6435777"/>
          </a:xfrm>
          <a:prstGeom prst="rect">
            <a:avLst/>
          </a:prstGeom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F733B05F-A3F9-569C-386A-C8CD4E8697FE}"/>
              </a:ext>
            </a:extLst>
          </p:cNvPr>
          <p:cNvSpPr/>
          <p:nvPr/>
        </p:nvSpPr>
        <p:spPr>
          <a:xfrm>
            <a:off x="5622878" y="485007"/>
            <a:ext cx="6569122" cy="613466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CB5B2147-AE86-D8AC-CBAA-B52A99AE1F2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7072"/>
          <a:stretch>
            <a:fillRect/>
          </a:stretch>
        </p:blipFill>
        <p:spPr>
          <a:xfrm>
            <a:off x="0" y="485007"/>
            <a:ext cx="8729420" cy="6372993"/>
          </a:xfrm>
          <a:prstGeom prst="rect">
            <a:avLst/>
          </a:prstGeom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CF158CA7-8562-9E97-EE1A-2D4755F71330}"/>
              </a:ext>
            </a:extLst>
          </p:cNvPr>
          <p:cNvSpPr/>
          <p:nvPr/>
        </p:nvSpPr>
        <p:spPr>
          <a:xfrm>
            <a:off x="65314" y="943863"/>
            <a:ext cx="679269" cy="3657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690028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1BDD2191-17D0-2B99-19D9-3EF77112EC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5785" y="289560"/>
            <a:ext cx="3714750" cy="2257425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B3689E57-F8CC-1F21-557A-D9DB96B1DA4E}"/>
              </a:ext>
            </a:extLst>
          </p:cNvPr>
          <p:cNvSpPr/>
          <p:nvPr/>
        </p:nvSpPr>
        <p:spPr>
          <a:xfrm>
            <a:off x="3372394" y="2181225"/>
            <a:ext cx="810986" cy="3657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58301D5D-CEEA-3211-EE52-F654DE046876}"/>
              </a:ext>
            </a:extLst>
          </p:cNvPr>
          <p:cNvSpPr/>
          <p:nvPr/>
        </p:nvSpPr>
        <p:spPr>
          <a:xfrm>
            <a:off x="565785" y="2811780"/>
            <a:ext cx="3714750" cy="147828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기본정보</a:t>
            </a:r>
            <a:r>
              <a:rPr lang="en-US" altLang="ko-KR" dirty="0"/>
              <a:t>(</a:t>
            </a:r>
            <a:r>
              <a:rPr lang="ko-KR" altLang="en-US" dirty="0" err="1"/>
              <a:t>위키피아처럼</a:t>
            </a:r>
            <a:r>
              <a:rPr lang="ko-KR" altLang="en-US" dirty="0"/>
              <a:t> 누구나 수정 가능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250F2D24-3371-A3CE-1958-F01E9A72711E}"/>
              </a:ext>
            </a:extLst>
          </p:cNvPr>
          <p:cNvSpPr/>
          <p:nvPr/>
        </p:nvSpPr>
        <p:spPr>
          <a:xfrm>
            <a:off x="565785" y="4366260"/>
            <a:ext cx="3714750" cy="147828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주소 </a:t>
            </a:r>
            <a:r>
              <a:rPr lang="en-US" altLang="ko-KR" dirty="0"/>
              <a:t>: </a:t>
            </a:r>
            <a:r>
              <a:rPr lang="en-US" altLang="ko-KR" dirty="0" err="1"/>
              <a:t>asdfasdfa</a:t>
            </a:r>
            <a:endParaRPr lang="en-US" altLang="ko-KR" dirty="0"/>
          </a:p>
          <a:p>
            <a:pPr algn="ctr"/>
            <a:r>
              <a:rPr lang="en-US" altLang="ko-KR" dirty="0"/>
              <a:t>(</a:t>
            </a:r>
            <a:r>
              <a:rPr lang="ko-KR" altLang="en-US" dirty="0"/>
              <a:t> </a:t>
            </a:r>
            <a:r>
              <a:rPr lang="ko-KR" altLang="en-US" dirty="0" err="1"/>
              <a:t>네이버맵처럼</a:t>
            </a:r>
            <a:r>
              <a:rPr lang="ko-KR" altLang="en-US" dirty="0"/>
              <a:t> 맴서비스 주소링크 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3D13E6DF-D827-C6D8-6A7B-32A094D82719}"/>
              </a:ext>
            </a:extLst>
          </p:cNvPr>
          <p:cNvSpPr/>
          <p:nvPr/>
        </p:nvSpPr>
        <p:spPr>
          <a:xfrm>
            <a:off x="4451985" y="320040"/>
            <a:ext cx="3714750" cy="147828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메뉴</a:t>
            </a:r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r>
              <a:rPr lang="en-US" altLang="ko-KR" dirty="0"/>
              <a:t>( </a:t>
            </a:r>
            <a:r>
              <a:rPr lang="ko-KR" altLang="en-US" dirty="0"/>
              <a:t>누구나 수정가능</a:t>
            </a:r>
            <a:r>
              <a:rPr lang="en-US" altLang="ko-KR" dirty="0"/>
              <a:t>, </a:t>
            </a:r>
            <a:r>
              <a:rPr lang="ko-KR" altLang="en-US" dirty="0"/>
              <a:t>메뉴 이미지 업로드 가능 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FD793817-7304-B3EE-34B6-D1D342776A31}"/>
              </a:ext>
            </a:extLst>
          </p:cNvPr>
          <p:cNvSpPr/>
          <p:nvPr/>
        </p:nvSpPr>
        <p:spPr>
          <a:xfrm>
            <a:off x="4451985" y="1889760"/>
            <a:ext cx="3714750" cy="457962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/>
              <a:t>아폴론 </a:t>
            </a:r>
            <a:r>
              <a:rPr lang="ko-KR" altLang="en-US" sz="1100" dirty="0" err="1"/>
              <a:t>맴버들의</a:t>
            </a:r>
            <a:r>
              <a:rPr lang="ko-KR" altLang="en-US" sz="1100" dirty="0"/>
              <a:t> 리뷰</a:t>
            </a:r>
            <a:endParaRPr lang="en-US" altLang="ko-KR" sz="1100" dirty="0"/>
          </a:p>
          <a:p>
            <a:pPr algn="ctr"/>
            <a:endParaRPr lang="en-US" altLang="ko-KR" sz="1100" dirty="0"/>
          </a:p>
          <a:p>
            <a:pPr algn="ctr"/>
            <a:r>
              <a:rPr lang="ko-KR" altLang="en-US" sz="1100" dirty="0"/>
              <a:t>별 </a:t>
            </a:r>
            <a:r>
              <a:rPr lang="en-US" altLang="ko-KR" sz="1100" dirty="0"/>
              <a:t>5</a:t>
            </a:r>
            <a:r>
              <a:rPr lang="ko-KR" altLang="en-US" sz="1100" dirty="0"/>
              <a:t>개 중 </a:t>
            </a:r>
            <a:r>
              <a:rPr lang="ko-KR" altLang="en-US" sz="1100" dirty="0" err="1"/>
              <a:t>별점</a:t>
            </a:r>
            <a:r>
              <a:rPr lang="ko-KR" altLang="en-US" sz="1100" dirty="0"/>
              <a:t> 리뷰</a:t>
            </a:r>
            <a:r>
              <a:rPr lang="en-US" altLang="ko-KR" sz="1100" dirty="0"/>
              <a:t>(0.5</a:t>
            </a:r>
            <a:r>
              <a:rPr lang="ko-KR" altLang="en-US" sz="1100" dirty="0"/>
              <a:t>점 단위</a:t>
            </a:r>
            <a:r>
              <a:rPr lang="en-US" altLang="ko-KR" sz="1100" dirty="0"/>
              <a:t>)</a:t>
            </a:r>
          </a:p>
          <a:p>
            <a:pPr algn="ctr"/>
            <a:endParaRPr lang="en-US" altLang="ko-KR" sz="1100" dirty="0"/>
          </a:p>
          <a:p>
            <a:r>
              <a:rPr lang="ko-KR" altLang="en-US" sz="1100" dirty="0"/>
              <a:t>😋 맛 </a:t>
            </a:r>
            <a:r>
              <a:rPr lang="en-US" altLang="ko-KR" sz="1100" dirty="0"/>
              <a:t>&amp; </a:t>
            </a:r>
            <a:r>
              <a:rPr lang="ko-KR" altLang="en-US" sz="1100" dirty="0"/>
              <a:t>음식</a:t>
            </a:r>
          </a:p>
          <a:p>
            <a:r>
              <a:rPr lang="ko-KR" altLang="en-US" sz="1100" dirty="0"/>
              <a:t>음식이 맛있어요</a:t>
            </a:r>
          </a:p>
          <a:p>
            <a:r>
              <a:rPr lang="ko-KR" altLang="en-US" sz="1100" dirty="0"/>
              <a:t>재료가 신선해요</a:t>
            </a:r>
          </a:p>
          <a:p>
            <a:r>
              <a:rPr lang="ko-KR" altLang="en-US" sz="1100" dirty="0"/>
              <a:t>양이 많아요</a:t>
            </a:r>
          </a:p>
          <a:p>
            <a:r>
              <a:rPr lang="ko-KR" altLang="en-US" sz="1100" dirty="0"/>
              <a:t>특별한 메뉴가 있어요</a:t>
            </a:r>
          </a:p>
          <a:p>
            <a:r>
              <a:rPr lang="ko-KR" altLang="en-US" sz="1100" dirty="0"/>
              <a:t>가성비가 좋아요</a:t>
            </a:r>
          </a:p>
          <a:p>
            <a:r>
              <a:rPr lang="ko-KR" altLang="en-US" sz="1100" dirty="0"/>
              <a:t>🏠 공간 </a:t>
            </a:r>
            <a:r>
              <a:rPr lang="en-US" altLang="ko-KR" sz="1100" dirty="0"/>
              <a:t>&amp; </a:t>
            </a:r>
            <a:r>
              <a:rPr lang="ko-KR" altLang="en-US" sz="1100" dirty="0"/>
              <a:t>분위기</a:t>
            </a:r>
          </a:p>
          <a:p>
            <a:r>
              <a:rPr lang="ko-KR" altLang="en-US" sz="1100" dirty="0"/>
              <a:t>인테리어가 멋져요</a:t>
            </a:r>
          </a:p>
          <a:p>
            <a:r>
              <a:rPr lang="ko-KR" altLang="en-US" sz="1100" dirty="0"/>
              <a:t>매장이 넓어요</a:t>
            </a:r>
          </a:p>
          <a:p>
            <a:r>
              <a:rPr lang="ko-KR" altLang="en-US" sz="1100" dirty="0"/>
              <a:t>매장이 청결해요</a:t>
            </a:r>
          </a:p>
          <a:p>
            <a:r>
              <a:rPr lang="ko-KR" altLang="en-US" sz="1100" dirty="0"/>
              <a:t>사진이 잘 나와요</a:t>
            </a:r>
          </a:p>
          <a:p>
            <a:r>
              <a:rPr lang="ko-KR" altLang="en-US" sz="1100" dirty="0"/>
              <a:t>👥 서비스</a:t>
            </a:r>
          </a:p>
          <a:p>
            <a:r>
              <a:rPr lang="ko-KR" altLang="en-US" sz="1100" dirty="0"/>
              <a:t>친절해요</a:t>
            </a:r>
          </a:p>
          <a:p>
            <a:r>
              <a:rPr lang="ko-KR" altLang="en-US" sz="1100" dirty="0" err="1"/>
              <a:t>혼밥하기</a:t>
            </a:r>
            <a:r>
              <a:rPr lang="ko-KR" altLang="en-US" sz="1100" dirty="0"/>
              <a:t> 좋아요</a:t>
            </a:r>
          </a:p>
          <a:p>
            <a:r>
              <a:rPr lang="ko-KR" altLang="en-US" sz="1100" dirty="0"/>
              <a:t>단체모임 하기 좋아요</a:t>
            </a:r>
          </a:p>
          <a:p>
            <a:r>
              <a:rPr lang="ko-KR" altLang="en-US" sz="1100" dirty="0"/>
              <a:t>대화하기 좋아요</a:t>
            </a:r>
            <a:endParaRPr lang="en-US" altLang="ko-KR" sz="1100" dirty="0"/>
          </a:p>
          <a:p>
            <a:endParaRPr lang="en-US" altLang="ko-KR" sz="1100" dirty="0"/>
          </a:p>
          <a:p>
            <a:r>
              <a:rPr lang="ko-KR" altLang="en-US" sz="1100" dirty="0"/>
              <a:t>위 항목 체크 리뷰</a:t>
            </a:r>
          </a:p>
          <a:p>
            <a:pPr algn="ctr"/>
            <a:endParaRPr lang="en-US" altLang="ko-KR" sz="1100" dirty="0"/>
          </a:p>
          <a:p>
            <a:pPr algn="ctr"/>
            <a:endParaRPr lang="en-US" altLang="ko-KR" sz="1100" dirty="0"/>
          </a:p>
          <a:p>
            <a:pPr algn="ctr"/>
            <a:endParaRPr lang="ko-KR" altLang="en-US" sz="1100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F830CC2F-7AB9-F895-1158-94A21E87C162}"/>
              </a:ext>
            </a:extLst>
          </p:cNvPr>
          <p:cNvSpPr/>
          <p:nvPr/>
        </p:nvSpPr>
        <p:spPr>
          <a:xfrm>
            <a:off x="7720965" y="1889760"/>
            <a:ext cx="3714750" cy="457962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100" dirty="0"/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4A137AEE-19AD-4004-C4BA-96D3256734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17821" y="1965960"/>
            <a:ext cx="1683404" cy="4427220"/>
          </a:xfrm>
          <a:prstGeom prst="rect">
            <a:avLst/>
          </a:prstGeom>
        </p:spPr>
      </p:pic>
      <p:sp>
        <p:nvSpPr>
          <p:cNvPr id="15" name="직사각형 14">
            <a:extLst>
              <a:ext uri="{FF2B5EF4-FFF2-40B4-BE49-F238E27FC236}">
                <a16:creationId xmlns:a16="http://schemas.microsoft.com/office/drawing/2014/main" id="{0E8BD895-0CDB-3D1F-D73B-5C506A401E3E}"/>
              </a:ext>
            </a:extLst>
          </p:cNvPr>
          <p:cNvSpPr/>
          <p:nvPr/>
        </p:nvSpPr>
        <p:spPr>
          <a:xfrm>
            <a:off x="9966960" y="3832860"/>
            <a:ext cx="1257300" cy="14859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이미지 및 텍스트로 댓글 리뷰</a:t>
            </a:r>
          </a:p>
        </p:txBody>
      </p:sp>
    </p:spTree>
    <p:extLst>
      <p:ext uri="{BB962C8B-B14F-4D97-AF65-F5344CB8AC3E}">
        <p14:creationId xmlns:p14="http://schemas.microsoft.com/office/powerpoint/2010/main" val="12328009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5CB3BE90-FD4D-7CA2-E0C2-719C9004D9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1937" y="0"/>
            <a:ext cx="9128125" cy="6858000"/>
          </a:xfrm>
          <a:prstGeom prst="rect">
            <a:avLst/>
          </a:prstGeom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6E8F40C5-E36C-3501-56F5-BFE8EBF85280}"/>
              </a:ext>
            </a:extLst>
          </p:cNvPr>
          <p:cNvSpPr/>
          <p:nvPr/>
        </p:nvSpPr>
        <p:spPr>
          <a:xfrm>
            <a:off x="5613400" y="4902200"/>
            <a:ext cx="4451350" cy="12255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7C48C917-2784-F58B-D308-C5D0B77FB79E}"/>
              </a:ext>
            </a:extLst>
          </p:cNvPr>
          <p:cNvSpPr/>
          <p:nvPr/>
        </p:nvSpPr>
        <p:spPr>
          <a:xfrm>
            <a:off x="1873250" y="1333500"/>
            <a:ext cx="3238500" cy="6159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  <a:latin typeface="프리젠테이션 5 Medium" pitchFamily="2" charset="-127"/>
                <a:ea typeface="프리젠테이션 5 Medium" pitchFamily="2" charset="-127"/>
              </a:rPr>
              <a:t>APOLLON HUB</a:t>
            </a:r>
            <a:endParaRPr lang="ko-KR" altLang="en-US" dirty="0">
              <a:solidFill>
                <a:schemeClr val="tx1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103FBAB4-9527-8CC9-37B8-BEC22AED3F69}"/>
              </a:ext>
            </a:extLst>
          </p:cNvPr>
          <p:cNvSpPr/>
          <p:nvPr/>
        </p:nvSpPr>
        <p:spPr>
          <a:xfrm>
            <a:off x="1797050" y="635000"/>
            <a:ext cx="2273300" cy="6159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  <a:latin typeface="프리젠테이션 5 Medium" pitchFamily="2" charset="-127"/>
                <a:ea typeface="프리젠테이션 5 Medium" pitchFamily="2" charset="-127"/>
              </a:rPr>
              <a:t>APOLLON HUB</a:t>
            </a:r>
            <a:endParaRPr lang="ko-KR" altLang="en-US" dirty="0">
              <a:solidFill>
                <a:schemeClr val="tx1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49265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497</TotalTime>
  <Words>132</Words>
  <Application>Microsoft Office PowerPoint</Application>
  <PresentationFormat>와이드스크린</PresentationFormat>
  <Paragraphs>52</Paragraphs>
  <Slides>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10" baseType="lpstr">
      <vt:lpstr>맑은 고딕</vt:lpstr>
      <vt:lpstr>프리젠테이션 5 Medium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이택진</dc:creator>
  <cp:lastModifiedBy>이택진</cp:lastModifiedBy>
  <cp:revision>5</cp:revision>
  <dcterms:created xsi:type="dcterms:W3CDTF">2026-05-08T10:27:03Z</dcterms:created>
  <dcterms:modified xsi:type="dcterms:W3CDTF">2026-05-10T02:47:29Z</dcterms:modified>
</cp:coreProperties>
</file>